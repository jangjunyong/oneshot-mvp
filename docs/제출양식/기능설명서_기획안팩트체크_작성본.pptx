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a:solidFill>
                            <a:srgbClr val="1A1A1A"/>
                          </a:solidFill>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a:solidFill>
                            <a:srgbClr val="1A1A1A"/>
                          </a:solidFill>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8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smtClean="0">
                          <a:solidFill>
                            <a:srgbClr val="1A1A1A"/>
                          </a:solidFill>
                          <a:latin typeface="+mn-lt"/>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42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a:solidFill>
                            <a:srgbClr val="1A1A1A"/>
                          </a:solidFill>
                          <a:latin typeface="+mn-lt"/>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2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30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축제 기획서(PDF)를 올리면 예상 방문객·개최 기간·예산을 옮겨 적고, 그 축제가 지난 회차에 실제로 겪은 한국관광공사 KT 시군구 일별 실측(외지인 배수·순증)과 같은 자로 재서 통과/주의/과대/과소/상한 초과/근거 없음을 판정합니다. 내년 배수 구간, 1인당 예산 대조, 같은 시기 경쟁 축제 귀속 경고, 결재 첨부용 검증 보고서 A4 2장을 내고, 행사장 도면 위 보행 시뮬레이션으로 쏠림이 어디서 막히는지를 미리 봅니다. 판정·시뮬에 생성형 모델을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56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baseline="0" smtClean="0">
                          <a:solidFill>
                            <a:srgbClr val="1A1A1A"/>
                          </a:solidFill>
                          <a:latin typeface="+mn-lt"/>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07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해결과제 원문은 두 문장입니다. ① 축제 수요 예측 실패 및 주관적 경험 의존형 기획으로 인한 예산 낭비 리스크 ② 대규모 관광객 쏠림에 따른 축제 만족도 저하. 이 서비스는 ①을 판정으로, ②를 도면 시뮬레이션으로 정면에서 다룹니다.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발표되는 방문객 수는 산출 방식이 공개되지 않고, 내년 기획안은 그 발표치를 옮겨 적는 데서 시작합니다. 군포철쭉축제 2025 발표 최다일 217,502명은 같은 날 KT 가 센 군포시 전체 체류 262,457명의 83%였습니다. 공사 데이터랩에 이동통신 실측이 이미 있는데 기획 단계에서 쓰이지 않습니다. 그 실측을 담당자가 결재에 들고 갈 수 있는 판정문으로 옮기면 풀리는 문제라고 봤습니다.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기획안의 숫자를 실측으로 판정한다 — 방향은 이것 하나입니다.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① 자(尺)는 하나: 이 축제 자신의 지난 회차 실측 배수(평소 대비 외지인). 발표치가 아니라 KT 가 센 값입니다.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② 세 단계로 잽니다: 모집단 상한(하드 게이트) → 순증분(보조 신호) → 동일 정의 배수(주 근거). 임계값은 화면에 적습니다.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③ 흥행 가능성은 예측값이 아니라 세 실측 위치로 답합니다: 자기 이력 안 위치 · 같은 인구 구간 또래 안 위치 · 축제 신호.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④ 판정문에는 보완 문장이 따릅니다(무엇을 다시 잡고 무엇의 출처를 밝힐지). "안전하다"는 말은 어느 라벨에도 없습니다.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⑤ 화면의 명·원 숫자는 전부 출처(API·값·기간·조회일)가 붙은 셀로만 나가고, 테스트가 매번 그것을 셉니다.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⑥ 결과는 A4 두 장으로 인쇄됩니다. 결재는 화면이 아니라 종이로 올라가기 때문입니다.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#축제/행사 기획 — 기획서 PDF 입력 → 판정 → 행사장 도면 보행 시뮬레이션(배치 편집·스트레스 테스트)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#사전 수요 예측 — 예상 방문객 3단 판정, 내년 배수 구간, 흥행 가능성의 세 실측 위치</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#보완 피드백 제공 — 라벨별 보완 문장, 1인당 예산 대조, 개최 기간·요일, 귀속 경고, 검증 보고서 A4 2장</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#데이터 기반 — 공사 KT 일별 실측 2,658일×272개 전수 적재, 셀마다 출처, 619건 자기검증, −52주 백테스트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말로 물으면 시뮬 수치로만 답합니다.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회전율(군포 발표 217,502명 → 1.04회, 화천 186만 → 2.93회)을 냅니다.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[캡처 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3]</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4]</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첫 화면에 기획서 PDF 를 올리고 [읽어서 판정하기]</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 화면 상단 [시뮬레이션] 탭 → 배치도 밑그림 깔기(축척 두 점 + 거리)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출입구·부스·통로를 놓고 [시뮬레이션 시작] → 최대 밀도·병목 상위·대기열</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[배수 올려 가며 재생]으로 이 배치가 버티는 상한 배수를 찾는다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100" b="0" smtClean="0">
                          <a:solidFill>
                            <a:srgbClr val="1A1A1A"/>
                          </a:solidFill>
                          <a:latin typeface="+mn-lt"/>
                        </a:rPr>
                        <a:t>[대표 이미지 — 판정 화면: 예상 방문객 라벨 + 3단 판정표 + 서비스명]</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[상세 이미지 4장 — ① 첫 화면(기획서 PDF 올리기) ② 판정 화면(판정문·3단 표·공사 데이터 표) ③ 실측 근거(연도별 곡선) ④ 시뮬레이션(도면 위 보행자·병목)]</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심사용 접속 경로 — 서비스 https://oneshot-mvp.vercel.app (로그인 없음)</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예비 데모 기획서 https://oneshot-mvp.vercel.app/sample-plan.pdf · 기획안 양식 https://oneshot-mvp.vercel.app/plan-form.pdf · 심사위원 시연 안내 https://oneshot-mvp.vercel.app/judge-guide.pdf</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완성 판정 화면(PDF 없이 바로 들어가는 주소)</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 군포철쭉축제 2027 → 주의</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 화천산천어축제 2027 → 상한 초과</a:t>
                      </a:r>
                      <a:endParaRPr lang="en-US" altLang="ko-KR" sz="1800" b="0" smtClean="0">
                        <a:solidFill>
                          <a:srgbClr val="FF0000"/>
                        </a:solidFill>
                        <a:latin typeface="+mn-lt"/>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mtClean="0">
                          <a:solidFill>
                            <a:srgbClr val="1A1A1A"/>
                          </a:solidFill>
                          <a:latin typeface="+mn-lt"/>
                        </a:rPr>
                        <a: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판정 화면에서 실시간 호출. 작년 축제 기간 반경 50km 안에 등록된 다른 축제를 찾아 "이 배수는 개최 시군구 배수이고 이 축제 몫만이 아니다"라는 귀속 경고를 냅니다(군포 2026: 36건).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rgbClr val="1A1A1A"/>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rgbClr val="1A1A1A"/>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rgbClr val="1A1A1A"/>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54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000" b="0">
                          <a:solidFill>
                            <a:srgbClr val="1A1A1A"/>
                          </a:solidFill>
                          <a:latin typeface="+mn-lt"/>
                        </a:rPr>
                        <a:t>첫째, 발표치가 아니라 실측이 판정합니다. 자(尺)는 이 축제 자신이 지난 회차에 겪은 공사 KT 일별 실측 배수이고, 기획안의 숫자를 그 자로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둘째, 공사 데이터를 한 번 부르는 것이 아니라 전수로 적재했습니다(시군구 272개 × 2,658일 = 697,403행). 데이터랩 축제 목록 619건의 배수도 같은 자료로 전부 다시 계산해, 또래 비교와 자기검증(정밀도 65.8% · 재현율 61.6% · 무작위 대비 3.26배)이 같은 정의 위에 섭니다.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넷째, 화면이 자기 한계를 먼저 말합니다. 명·원 숫자는 출처 셀로만 나가고(e2e 가 셉니다), 임계값은 정한 값이라고 적으며, 내년 구간의 적중률은 −52주 근사(표본 381건, 두 해 채택 325건 중 167건(51.4%))로만 쟀다고 카드가 말합니다. 판정·시뮬에 생성형 모델을 쓰지 않아 같은 입력에 늘 같은 답입니다.</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53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1)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2)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3)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4) 안전관리계획 서식 연동 — 행정안전부 「지역축제장 안전관리 매뉴얼」의 "최대 수용인원"·"관람객 동선" 칸에 판정표와 도면 시뮬레이션 결과를 그대로 붙여, 매뉴얼에 없는 통로 폭·밀집도 산출 근거의 빈칸을 채웁니다.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5) 배치도 자동 인식 — 지금은 배치도를 밑그림으로 깔고 따라 그립니다. 실물 배치도로 정확도를 잰 뒤 모델 초안 생성을 붙입니다.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[캡처 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3]</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4]</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 화면 맨 위 라벨(통과/주의/과대/과소/상한 초과/근거 없음)과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판정표: 1단계 모집단 상한 → 2단계 순증분 → 3단계 동일 정의 배수(임계값 표기)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내년 배수 구간 카드(평균·최대일) + 또래 구간 + 자기 이력 연도별 배수·축제 신호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이력이 없으면 "근거 없음"과 또래 구간만 낸다 — 지어내지 않는다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[캡처 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3]</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4]</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판정문 아래 보완 문장과 "이 판정이 말하지 않는 것" 단서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1인당 예산 대조(기획안 기준 vs 작년 실측 순증 기준) · 개최 기간·요일 판정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귀속 경고(작년 반경 50km 다른 축제, 공사 API 실시간)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[검증 보고서 두 장] → 브라우저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[캡처 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3]</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[캡처 4]</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판정표 아래 "이 판정에 쓴 공사 데이터" 표(API·어디에·찍힌 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[일별 곡선과 근거 표] → 연도별 전후 4주 외지인 곡선·배수·순증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닮은 과거 축제(619건 재계산) 지도·카드와 또래 분포 띠</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접힘 "자기검증" → leave-one-out 적중률·−52주 백테스트와 한계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chemeClr val="bg1"/>
                          </a:solidFill>
                        </a:rPr>
                        <a:t>해시태그</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chemeClr val="bg1"/>
                          </a:solidFill>
                        </a:rPr>
                        <a:t>연계기능</a:t>
                      </a:r>
                      <a:r>
                        <a:rPr lang="en-US" altLang="ko-KR" b="1" dirty="0" smtClean="0">
                          <a:solidFill>
                            <a:schemeClr val="bg1"/>
                          </a:solidFill>
                        </a:rPr>
                        <a:t>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chemeClr val="bg1"/>
                          </a:solidFill>
                        </a:rPr>
                        <a:t>기능설명</a:t>
                      </a:r>
                      <a:r>
                        <a:rPr lang="en-US" altLang="ko-KR" b="1" dirty="0" smtClean="0">
                          <a:solidFill>
                            <a:schemeClr val="bg1"/>
                          </a:solidFill>
                        </a:rPr>
                        <a:t>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